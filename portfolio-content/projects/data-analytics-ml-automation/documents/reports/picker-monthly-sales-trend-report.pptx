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1260" y="-3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picker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42338" y="1135966"/>
            <a:ext cx="13040751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Kenneth Bukenya Alinaitwe</cp:lastModifiedBy>
  <cp:revision>3</cp:revision>
  <dcterms:created xsi:type="dcterms:W3CDTF">2013-01-27T09:14:16Z</dcterms:created>
  <dcterms:modified xsi:type="dcterms:W3CDTF">2025-06-08T17:10:26Z</dcterms:modified>
  <cp:category/>
</cp:coreProperties>
</file>