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picker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772400" cy="52117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Created_By_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Regional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Customer Monthly 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7446"/>
            <a:ext cx="7772400" cy="58237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Kenneth Bukenya Alinaitwe</cp:lastModifiedBy>
  <cp:revision>2</cp:revision>
  <dcterms:created xsi:type="dcterms:W3CDTF">2013-01-27T09:14:16Z</dcterms:created>
  <dcterms:modified xsi:type="dcterms:W3CDTF">2025-06-08T18:53:06Z</dcterms:modified>
  <cp:category/>
</cp:coreProperties>
</file>